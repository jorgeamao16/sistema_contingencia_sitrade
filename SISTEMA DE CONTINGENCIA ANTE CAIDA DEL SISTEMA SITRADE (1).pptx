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65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4660"/>
  </p:normalViewPr>
  <p:slideViewPr>
    <p:cSldViewPr snapToGrid="0">
      <p:cViewPr>
        <p:scale>
          <a:sx n="66" d="100"/>
          <a:sy n="66" d="100"/>
        </p:scale>
        <p:origin x="90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A3D2A-112A-417E-BE85-9DB7DA0B4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B50A1-B01A-4EFA-878E-10305BBB8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B00F92-D7B7-40C7-96A9-11E02165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DA76B-6F90-42A9-8D18-FEBDA91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22F451-1153-443C-AB0F-A1099D28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34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1550F-AACA-4CAC-9862-4356D1A0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411B48-867E-4163-9092-ADDBD0963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F138EE-117B-4164-9B6F-E2D76466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41F124-C038-4D7A-BBDF-C71C8D10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07704B-CDB8-46E7-A1D4-298F9369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304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AF0B3-EF6D-4AB8-82D6-CC1FF128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A47366-622E-4A14-80A0-C4989C442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625D58-20DF-4FD4-BA54-0A6895B0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1F6387-5500-4953-961E-31ABE14EC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C9E98E-7733-4220-8BC9-26F9D06E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283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FBB07-11D3-481D-9406-50E428B7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ACCB58-CC12-4DA8-9ABE-BA0A4A257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BD802E-FDEE-41F0-81E7-2B806ECF7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F0BB3-7696-42BF-8C3D-5C022904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7276A5-4AF2-4411-BD87-508C3AD3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29E4EA-A596-40B5-83E1-94260E09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001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AFD79-CBFC-402D-AE7A-BD59A78D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B0EAEF-EC4D-49FC-9BC8-23E56633D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BC153F-1C03-4193-8340-A6620875A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F451D6-6FB7-4BFE-9C80-DE86D1C8A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D9EC5D4-D821-4CC3-9829-C368530F7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5CFC64-F2FF-4482-A1B9-4C44BCCA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3A823C-54D3-44F8-8DBF-45F7C85B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0B7D92-B853-4833-AAB9-FA0D93A9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584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B9ACE-B46F-4FDE-93E0-8F169393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8DC55D-A68C-4E34-8506-7D6A19B9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77B979-722B-4096-9FBC-372BC20B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D5218A-E432-46CE-B0C1-18ADF695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24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FE957B-780A-4DE5-851D-8D1B567FD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61D023-42E7-440E-835C-535CDD8D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720296-E58C-41B2-A40D-3DBD50BD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362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5821A-55D0-4AAF-9949-DAEDB804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CDA628-3678-41DD-AF5F-71B9F94C7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E18047-8FDC-421D-9B6E-13AF2EFC8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6C1050-E987-4709-B781-82BAB558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C27AE2-0A89-4BF5-85CB-14AAFBF7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75CF73-DEAA-4EB9-BDFE-D3913E1E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409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7DCE1-8B30-4A6C-AF58-78FD66BC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420DC-C8F9-41BD-B563-5C3576444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A87133-DF94-4C5E-93BA-0801629EA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BC8735-E624-4DF3-ADAF-7366DF9D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217B96-43CF-49AC-8B7E-3CF74405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ECD8B0-BB71-4DCA-998D-CC0F9C6C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858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1F1FD-7BB2-4646-A10B-864FC901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E7D599-87BF-4A15-8A76-94BC689D0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7E109B-22DA-4520-8696-5BA2EFFB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4C87FB-FE46-4AA1-9E2A-1577E041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7C4BAE-2327-45C3-9E45-335D5F93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429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F2CEF5-A948-4107-ABBB-EBCD9F0B5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ED97B4-2407-484A-BC42-80CF6452F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F3CE5-EAA9-49C1-983E-86745C20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B376A7-1F57-48EA-83C7-DBAC0C87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68DAB8-A821-46DA-866A-08DE0EBE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362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A6299F-B459-4600-828F-4813EA28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86950A-D351-48DD-9939-8E5B4DF84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6F023F-2DBC-418C-8964-C60C3FD19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BB6A4-2462-4B19-A76F-45025FB43D11}" type="datetimeFigureOut">
              <a:rPr lang="es-PE" smtClean="0"/>
              <a:t>16/12/2025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97CA61-7270-4185-A090-5BC5A9DFC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2AC202-1CAD-4BE9-B3F8-3F664DB9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BFDFA-BE65-465D-83B2-060D3A1EA0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9511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4EECF6-6D4D-4245-86D1-6586069A1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fontAlgn="base"/>
            <a:r>
              <a:rPr lang="en-US" sz="3700" b="0" i="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SISTEMA DE CONTINGENCIA ANTE CAIDA DEL SISTEMA SITRADE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E489B6-755F-4CA3-994D-A1E153B31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INTEGRANTES:</a:t>
            </a:r>
            <a:br>
              <a:rPr lang="en-US" sz="2000" dirty="0"/>
            </a:b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AMAO CARPIO JORGE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CASTRO DAMIAN SANDRA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CORDOVA HERRERA LUIS</a:t>
            </a:r>
          </a:p>
        </p:txBody>
      </p:sp>
    </p:spTree>
    <p:extLst>
      <p:ext uri="{BB962C8B-B14F-4D97-AF65-F5344CB8AC3E}">
        <p14:creationId xmlns:p14="http://schemas.microsoft.com/office/powerpoint/2010/main" val="351991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16721-CE54-4DBA-9251-EB602F981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s-PE" sz="2000"/>
              <a:t>OBJETIVOS</a:t>
            </a:r>
          </a:p>
          <a:p>
            <a:pPr marL="0" indent="0">
              <a:buNone/>
            </a:pPr>
            <a:r>
              <a:rPr lang="es-MX" sz="2000" dirty="0"/>
              <a:t>Implementación de un sistema como plan de contingencia ante la caída del sistema principal </a:t>
            </a:r>
            <a:endParaRPr lang="es-MX" sz="2000"/>
          </a:p>
          <a:p>
            <a:pPr marL="0" indent="0">
              <a:buNone/>
            </a:pPr>
            <a:r>
              <a:rPr lang="es-MX" sz="2000" dirty="0"/>
              <a:t>Mantener el flujo de trabajo constante   </a:t>
            </a:r>
            <a:endParaRPr lang="es-MX" sz="2000"/>
          </a:p>
          <a:p>
            <a:pPr marL="0" indent="0">
              <a:buNone/>
            </a:pPr>
            <a:r>
              <a:rPr lang="es-MX" sz="2000" dirty="0"/>
              <a:t>Sincronización hacia el sistema principal cuando se recupere </a:t>
            </a:r>
            <a:endParaRPr lang="es-MX" sz="2000"/>
          </a:p>
          <a:p>
            <a:r>
              <a:rPr lang="es-PE" sz="2000"/>
              <a:t>MISION</a:t>
            </a:r>
          </a:p>
          <a:p>
            <a:pPr marL="0" indent="0">
              <a:buNone/>
            </a:pPr>
            <a:r>
              <a:rPr lang="es-MX" sz="2000" dirty="0"/>
              <a:t>Brindar una propuesta de valor integral de servicios aeroportuarios, que garanticen la eficiencia, la seguridad y la calidad requerida tanto para nuestros clientes como para nuestros colaboradores y reguladores.</a:t>
            </a:r>
            <a:endParaRPr lang="es-PE" sz="2000"/>
          </a:p>
          <a:p>
            <a:r>
              <a:rPr lang="es-PE" sz="2000"/>
              <a:t>VISION</a:t>
            </a:r>
          </a:p>
          <a:p>
            <a:pPr marL="0" indent="0">
              <a:buNone/>
            </a:pPr>
            <a:r>
              <a:rPr lang="es-MX" sz="2000" dirty="0"/>
              <a:t>Liderar el mercado de servicios aeroportuarios en Latinoamérica y ser reconocidos por nuestros altos estándares de seguridad, calidad y excelencia operacional.</a:t>
            </a:r>
            <a:endParaRPr lang="es-PE" sz="2000"/>
          </a:p>
        </p:txBody>
      </p:sp>
    </p:spTree>
    <p:extLst>
      <p:ext uri="{BB962C8B-B14F-4D97-AF65-F5344CB8AC3E}">
        <p14:creationId xmlns:p14="http://schemas.microsoft.com/office/powerpoint/2010/main" val="25611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83334-1AF6-02A9-A75E-93200FC6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B320B8-97CA-47CA-0EAB-55B72DBC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SPRINT 1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8514A0-3BD4-7BF9-3168-351379BF0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054880"/>
            <a:ext cx="11548872" cy="124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6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434F1-5733-B2BD-A57A-914DFA43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A7CAD8-2D6F-EA8D-F015-2E974275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0B7960-1305-85FA-2CAC-08C86DAD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117" y="467208"/>
            <a:ext cx="635236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98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95C086-18DD-46AA-B827-5DC918BF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FORMULARIO DE INGRESO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3C76C7-5CCA-3115-0215-9484C712D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562" y="467208"/>
            <a:ext cx="698947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6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376D2-7D5F-F93B-CF33-F198BC6E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279CA6-5568-E49F-23D8-507C6747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SPRINT 2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0DFCD20-C16A-41CC-8DEB-0E55D302E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820889"/>
              </p:ext>
            </p:extLst>
          </p:nvPr>
        </p:nvGraphicFramePr>
        <p:xfrm>
          <a:off x="838200" y="2554283"/>
          <a:ext cx="10515600" cy="2549534"/>
        </p:xfrm>
        <a:graphic>
          <a:graphicData uri="http://schemas.openxmlformats.org/drawingml/2006/table">
            <a:tbl>
              <a:tblPr/>
              <a:tblGrid>
                <a:gridCol w="1334088">
                  <a:extLst>
                    <a:ext uri="{9D8B030D-6E8A-4147-A177-3AD203B41FA5}">
                      <a16:colId xmlns:a16="http://schemas.microsoft.com/office/drawing/2014/main" val="2775258654"/>
                    </a:ext>
                  </a:extLst>
                </a:gridCol>
                <a:gridCol w="2130281">
                  <a:extLst>
                    <a:ext uri="{9D8B030D-6E8A-4147-A177-3AD203B41FA5}">
                      <a16:colId xmlns:a16="http://schemas.microsoft.com/office/drawing/2014/main" val="985269309"/>
                    </a:ext>
                  </a:extLst>
                </a:gridCol>
                <a:gridCol w="2172887">
                  <a:extLst>
                    <a:ext uri="{9D8B030D-6E8A-4147-A177-3AD203B41FA5}">
                      <a16:colId xmlns:a16="http://schemas.microsoft.com/office/drawing/2014/main" val="2353218133"/>
                    </a:ext>
                  </a:extLst>
                </a:gridCol>
                <a:gridCol w="2172887">
                  <a:extLst>
                    <a:ext uri="{9D8B030D-6E8A-4147-A177-3AD203B41FA5}">
                      <a16:colId xmlns:a16="http://schemas.microsoft.com/office/drawing/2014/main" val="2328427579"/>
                    </a:ext>
                  </a:extLst>
                </a:gridCol>
                <a:gridCol w="2705457">
                  <a:extLst>
                    <a:ext uri="{9D8B030D-6E8A-4147-A177-3AD203B41FA5}">
                      <a16:colId xmlns:a16="http://schemas.microsoft.com/office/drawing/2014/main" val="3387289302"/>
                    </a:ext>
                  </a:extLst>
                </a:gridCol>
              </a:tblGrid>
              <a:tr h="46319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PE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Sprint 2</a:t>
                      </a:r>
                    </a:p>
                  </a:txBody>
                  <a:tcPr marL="8861" marR="8861" marT="8861" marB="4253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Visualizar la info cargada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Visualizar la info de las guías ingresadas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03/11 - 02/12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59643"/>
                  </a:ext>
                </a:extLst>
              </a:tr>
              <a:tr h="811576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Autocompletar info pre cargada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 info pre cargada debe estar lista para ser complementada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42981"/>
                  </a:ext>
                </a:extLst>
              </a:tr>
              <a:tr h="811576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Botón de envió a SUNAT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Boton para enviar la transmision a SUNAT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685958"/>
                  </a:ext>
                </a:extLst>
              </a:tr>
              <a:tr h="463191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Botón de descarga de XML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Poder descargar los </a:t>
                      </a:r>
                      <a:r>
                        <a:rPr lang="es-MX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XML's</a:t>
                      </a: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enviados</a:t>
                      </a:r>
                    </a:p>
                  </a:txBody>
                  <a:tcPr marL="8861" marR="8861" marT="8861" marB="4253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103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78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7CD72D-67CA-43EC-83B6-9BF4F80D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HISTORIAL DE REGISTRO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E9CD9E-88BE-48B1-ABC3-A208F763D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55" y="1812238"/>
            <a:ext cx="7657011" cy="34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0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CE444E-6904-492B-A505-A9DE74E5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HISTORIAL DE RECEPCIÓN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5DD75A8-258D-4349-895B-7A420AE12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978" y="545252"/>
            <a:ext cx="7598876" cy="55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39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5C1D5F-519A-447B-B6C6-006B99E6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MODULO DE TRANSMISIÓN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0C4291F-1FB5-4BCD-ABEC-2165F34BA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754" y="1885950"/>
            <a:ext cx="7611022" cy="308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01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179</Words>
  <Application>Microsoft Office PowerPoint</Application>
  <PresentationFormat>Panorámica</PresentationFormat>
  <Paragraphs>34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SISTEMA DE CONTINGENCIA ANTE CAIDA DEL SISTEMA SITRADE</vt:lpstr>
      <vt:lpstr>Presentación de PowerPoint</vt:lpstr>
      <vt:lpstr>SPRINT 1</vt:lpstr>
      <vt:lpstr>LOGIN</vt:lpstr>
      <vt:lpstr>FORMULARIO DE INGRESO</vt:lpstr>
      <vt:lpstr>SPRINT 2</vt:lpstr>
      <vt:lpstr>HISTORIAL DE REGISTRO</vt:lpstr>
      <vt:lpstr>HISTORIAL DE RECEPCIÓN</vt:lpstr>
      <vt:lpstr>MODULO DE TRANSMISIÓN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CONTINGENCIA ANTE CAIDA DEL SISTEMA SITRADE</dc:title>
  <dc:creator>Idat</dc:creator>
  <cp:lastModifiedBy>meysi castro damian</cp:lastModifiedBy>
  <cp:revision>4</cp:revision>
  <dcterms:created xsi:type="dcterms:W3CDTF">2025-11-19T00:49:53Z</dcterms:created>
  <dcterms:modified xsi:type="dcterms:W3CDTF">2025-12-16T22:49:41Z</dcterms:modified>
</cp:coreProperties>
</file>